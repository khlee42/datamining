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37"/>
  </p:normalViewPr>
  <p:slideViewPr>
    <p:cSldViewPr snapToGrid="0" snapToObjects="1">
      <p:cViewPr varScale="1">
        <p:scale>
          <a:sx n="129" d="100"/>
          <a:sy n="129" d="100"/>
        </p:scale>
        <p:origin x="1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724526"/>
            <a:ext cx="7886700" cy="365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8/26/20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C4F1-4521-7A4D-AB24-8D8293297EE4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A1DE-C6AF-D44B-853F-DDE9BC84D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A6F30-82B0-0047-B576-0E7FBBD47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9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6C78-5DE9-0B49-A00F-430C7D55C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4601-58FB-284B-9250-1A5177ED6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7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CB56-6A51-DA4C-B2DE-B870CE93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9489-F24E-C64E-80B1-CCAAB289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5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3038-1321-0043-B114-F11EE16A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FDF7E-A665-3D43-A782-336A02E17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6B2C1-AD25-EB41-B651-DCECFB045D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Kyunghee Lee</dc:creator>
  <cp:lastModifiedBy>Kyunghee Lee</cp:lastModifiedBy>
  <cp:revision>16</cp:revision>
  <dcterms:created xsi:type="dcterms:W3CDTF">2020-07-24T01:49:28Z</dcterms:created>
  <dcterms:modified xsi:type="dcterms:W3CDTF">2020-08-26T18:22:23Z</dcterms:modified>
</cp:coreProperties>
</file>