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sldIdLst>
    <p:sldId id="256" r:id="rId2"/>
    <p:sldId id="258" r:id="rId3"/>
    <p:sldId id="257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10"/>
    <p:restoredTop sz="94637"/>
  </p:normalViewPr>
  <p:slideViewPr>
    <p:cSldViewPr snapToGrid="0" snapToObjects="1">
      <p:cViewPr varScale="1">
        <p:scale>
          <a:sx n="116" d="100"/>
          <a:sy n="116" d="100"/>
        </p:scale>
        <p:origin x="1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63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5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8271" y="2058130"/>
            <a:ext cx="6517934" cy="3318005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5724526"/>
            <a:ext cx="7886700" cy="3651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95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6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file:////var/folders/9z/6pgh0k7x29b_98hlw04w1ylc0000gn/T/com.microsoft.Powerpoint/converted_emf.emf" TargetMode="Externa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E1A7FF-D7C9-E543-98FD-F53FA35C1DE6}"/>
              </a:ext>
            </a:extLst>
          </p:cNvPr>
          <p:cNvPicPr>
            <a:picLocks noChangeAspect="1"/>
          </p:cNvPicPr>
          <p:nvPr userDrawn="1"/>
        </p:nvPicPr>
        <p:blipFill>
          <a:blip r:link="rId6"/>
          <a:stretch>
            <a:fillRect/>
          </a:stretch>
        </p:blipFill>
        <p:spPr>
          <a:xfrm>
            <a:off x="952500" y="1270000"/>
            <a:ext cx="47625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1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2A1DE-C6AF-D44B-853F-DDE9BC84DD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A6F30-82B0-0047-B576-0E7FBBD476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39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E6C78-5DE9-0B49-A00F-430C7D55C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54601-58FB-284B-9250-1A5177ED6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73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4CB56-6A51-DA4C-B2DE-B870CE93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99489-F24E-C64E-80B1-CCAAB2894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57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3038-1321-0043-B114-F11EE16A5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FDF7E-A665-3D43-A782-336A02E173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6B2C1-AD25-EB41-B651-DCECFB045D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45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</TotalTime>
  <Words>0</Words>
  <Application>Microsoft Macintosh PowerPoint</Application>
  <PresentationFormat>On-screen Show (4:3)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Kyunghee Lee</dc:creator>
  <cp:lastModifiedBy>Kyunghee Lee</cp:lastModifiedBy>
  <cp:revision>15</cp:revision>
  <dcterms:created xsi:type="dcterms:W3CDTF">2020-07-24T01:49:28Z</dcterms:created>
  <dcterms:modified xsi:type="dcterms:W3CDTF">2020-07-24T03:43:36Z</dcterms:modified>
</cp:coreProperties>
</file>