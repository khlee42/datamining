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116" d="100"/>
          <a:sy n="116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2" Type="http://schemas.openxmlformats.org/officeDocument/2006/relationships/theme" Target="theme/theme1.xml" /><Relationship Id="rId1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10" Type="http://schemas.openxmlformats.org/officeDocument/2006/relationships/presProps" Target="presProps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6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724526"/>
            <a:ext cx="7886700" cy="365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6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/var/folders/9z/6pgh0k7x29b_98hlw04w1ylc0000gn/T/com.microsoft.Powerpoint/converted_emf.emf" TargetMode="Externa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6C4F1-4521-7A4D-AB24-8D8293297EE4}" type="datetimeFigureOut">
              <a:rPr lang="en-US" smtClean="0"/>
              <a:t>7/24/20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B875A-A987-7C4E-BD20-4DCE2304C0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1A7FF-D7C9-E543-98FD-F53FA35C1DE6}"/>
              </a:ext>
            </a:extLst>
          </p:cNvPr>
          <p:cNvPicPr>
            <a:picLocks noChangeAspect="1"/>
          </p:cNvPicPr>
          <p:nvPr userDrawn="1"/>
        </p:nvPicPr>
        <p:blipFill>
          <a:blip r:link="rId6"/>
          <a:stretch>
            <a:fillRect/>
          </a:stretch>
        </p:blipFill>
        <p:spPr>
          <a:xfrm>
            <a:off x="952500" y="1270000"/>
            <a:ext cx="476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target" TargetMode="Externa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Test</a:t>
            </a:r>
            <a:r>
              <a:rPr/>
              <a:t> </a:t>
            </a:r>
            <a:r>
              <a:rPr/>
              <a:t>slide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PPT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/>
          <a:p>
            <a:pPr lvl="0" marL="0" indent="0">
              <a:buNone/>
            </a:pPr>
            <a:r>
              <a:rPr/>
              <a:t>Kyunghee</a:t>
            </a:r>
            <a:r>
              <a:rPr/>
              <a:t> </a:t>
            </a:r>
            <a:r>
              <a:rPr/>
              <a:t>Lee,</a:t>
            </a:r>
            <a:r>
              <a:rPr/>
              <a:t> </a:t>
            </a:r>
            <a:r>
              <a:rPr/>
              <a:t>PhD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271" y="2058130"/>
            <a:ext cx="6517934" cy="331800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Section</a:t>
            </a:r>
            <a:r>
              <a:rPr/>
              <a:t> </a:t>
            </a:r>
            <a:r>
              <a:rPr/>
              <a:t>Header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</a:t>
            </a:r>
            <a:r>
              <a:rPr/>
              <a:t> </a:t>
            </a:r>
            <a:r>
              <a:rPr/>
              <a:t>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Subheader</a:t>
            </a:r>
          </a:p>
          <a:p>
            <a:pPr lvl="0" marL="0" indent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Two</a:t>
            </a:r>
            <a:r>
              <a:rPr/>
              <a:t> </a:t>
            </a:r>
            <a:r>
              <a:rPr/>
              <a:t>column</a:t>
            </a:r>
            <a:r>
              <a:rPr/>
              <a:t> </a:t>
            </a: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contents1…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contents2…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Markdown</a:t>
            </a:r>
            <a:r>
              <a:rPr/>
              <a:t> </a:t>
            </a:r>
            <a:r>
              <a:rPr/>
              <a:t>style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buNone/>
                </a:pPr>
                <a:r>
                  <a:rPr i="1"/>
                  <a:t>italic</a:t>
                </a:r>
                <a:br/>
                <a:r>
                  <a:rPr b="1"/>
                  <a:t>bold</a:t>
                </a:r>
                <a:br/>
                <a:r>
                  <a:rPr strike="sngStrike"/>
                  <a:t>strikeout</a:t>
                </a:r>
                <a:br/>
                <a:r>
                  <a:rPr baseline="-25000"/>
                  <a:t>subscript</a:t>
                </a:r>
                <a:br/>
                <a:r>
                  <a:rPr baseline="30000"/>
                  <a:t>superscript</a:t>
                </a:r>
                <a:br/>
                <a:r>
                  <a:rPr cap="small"/>
                  <a:t>small caps</a:t>
                </a:r>
                <a:br/>
                <a:r>
                  <a:rPr>
                    <a:latin typeface="Courier"/>
                  </a:rPr>
                  <a:t>verbatim</a:t>
                </a:r>
              </a:p>
              <a:p>
                <a:pPr lvl="1">
                  <a:buAutoNum type="arabicPeriod"/>
                </a:pPr>
                <a:r>
                  <a:rPr/>
                  <a:t>Numbered list</a:t>
                </a:r>
              </a:p>
              <a:p>
                <a:pPr lvl="1"/>
                <a:r>
                  <a:rPr/>
                  <a:t>Unnumbered list</a:t>
                </a:r>
              </a:p>
              <a:p>
                <a:pPr lvl="0" marL="0" indent="0">
                  <a:buNone/>
                </a:pPr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t</m:t>
                    </m:r>
                    <m:r>
                      <m:t>h</m:t>
                    </m:r>
                    <m:r>
                      <m:t>−</m:t>
                    </m:r>
                    <m:r>
                      <m:t>e</m:t>
                    </m:r>
                    <m:r>
                      <m:t>x</m:t>
                    </m:r>
                    <m:r>
                      <m:t>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a:p>
              <a:p>
                <a:pPr lvl="0"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h</m:t>
                      </m:r>
                      <m:r>
                        <m:t>−</m:t>
                      </m:r>
                      <m:r>
                        <m:t>e</m:t>
                      </m:r>
                      <m:r>
                        <m:t>q</m:t>
                      </m:r>
                      <m:r>
                        <m:t>u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o</m:t>
                      </m:r>
                      <m:r>
                        <m:t>n</m:t>
                      </m:r>
                    </m:oMath>
                  </m:oMathPara>
                </a14:m>
              </a:p>
              <a:p>
                <a:pPr lvl="0" marL="0" indent="0">
                  <a:buNone/>
                </a:pPr>
                <a:r>
                  <a:rPr>
                    <a:hlinkClick r:id="rId2"/>
                  </a:rPr>
                  <a:t>link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Bullet 1</a:t>
            </a:r>
          </a:p>
          <a:p>
            <a:pPr lvl="1"/>
            <a:r>
              <a:rPr/>
              <a:t>Bullet 2</a:t>
            </a:r>
          </a:p>
          <a:p>
            <a:pPr lvl="1"/>
            <a:r>
              <a:rPr/>
              <a:t>Bullet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R</a:t>
            </a:r>
            <a:r>
              <a:rPr/>
              <a:t> </a:t>
            </a:r>
            <a:r>
              <a:rPr/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Slide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Plot</a:t>
            </a:r>
          </a:p>
        </p:txBody>
      </p:sp>
      <p:pic>
        <p:nvPicPr>
          <p:cNvPr descr="test_slide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slide - PPT from R Markdown</dc:title>
  <dc:creator/>
  <cp:keywords/>
  <dcterms:created xsi:type="dcterms:W3CDTF">2020-07-28T10:57:13Z</dcterms:created>
  <dcterms:modified xsi:type="dcterms:W3CDTF">2020-07-28T10:57:13Z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  <property fmtid="{D5CDD505-2E9C-101B-9397-08002B2CF9AE}" pid="3" name="subtitle">
    <vt:lpwstr>Kyunghee Lee, PhD</vt:lpwstr>
  </property>
</Properties>
</file>